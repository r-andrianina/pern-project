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2E5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0"/>
            <a:ext cx="45720" cy="5143500"/>
          </a:xfrm>
          <a:prstGeom prst="rect">
            <a:avLst/>
          </a:prstGeom>
          <a:solidFill>
            <a:srgbClr val="1363D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Collecte de Terrain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erreurs de saisie, mise en place d'une SoP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développement d'une application de 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2286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Entomologie &amp; Gestion des Données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307592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1978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5453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démarche 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307592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13248" y="11978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clés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13248" y="15453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la base de données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249424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8408" y="21396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constatés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2487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et incohérences dans les fiches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84832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249424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13248" y="21396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d'amélioration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2487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Réunions, SoP, Application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026664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3191256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" y="30815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SoP établies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8408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Identifiants, puits, pièges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26664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3191256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13248" y="30815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SpécimenManager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3429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développée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 : les erreurs de saisie constatées sur le terrain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3931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664208"/>
            <a:ext cx="256032" cy="256032"/>
          </a:xfrm>
          <a:prstGeom prst="ellipse">
            <a:avLst/>
          </a:prstGeom>
          <a:solidFill>
            <a:srgbClr val="1363D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6367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Constatation d'erreurs et d'incohérences entre les fiches de terrain et les données saisies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256032" cy="256032"/>
          </a:xfrm>
          <a:prstGeom prst="ellipse">
            <a:avLst/>
          </a:prstGeom>
          <a:solidFill>
            <a:srgbClr val="1363D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2951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entre utilisateurs : techniciens, data managers, chercheurs, partenaires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256032" cy="256032"/>
          </a:xfrm>
          <a:prstGeom prst="ellipse">
            <a:avLst/>
          </a:prstGeom>
          <a:solidFill>
            <a:srgbClr val="1363D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9535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concertée d'une SoP (Standard Operating Procedure)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256032" cy="256032"/>
          </a:xfrm>
          <a:prstGeom prst="ellipse">
            <a:avLst/>
          </a:prstGeom>
          <a:solidFill>
            <a:srgbClr val="1363DF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611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d'une application pour sécuriser la saisie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463040"/>
            <a:ext cx="3931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1600200"/>
            <a:ext cx="3931920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136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6642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les erreurs de saisie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560320"/>
            <a:ext cx="3931920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136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243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Disposer de données fiables et facilement traitables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520440"/>
            <a:ext cx="3931920" cy="804672"/>
          </a:xfrm>
          <a:prstGeom prst="rect">
            <a:avLst/>
          </a:prstGeom>
          <a:solidFill>
            <a:srgbClr val="E8F4FF"/>
          </a:solidFill>
          <a:ln w="12700">
            <a:solidFill>
              <a:srgbClr val="136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5844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les recherches et le suivi des échantillons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Clés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essentiel pour la base de données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4069080" cy="3840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795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ou combinaison de champs permettant d'identifier de manière unique un enregistrement (ex. : Mission + Date + Tube + Trap_ID + Ligne, ou un ID généré automatiquement).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43000"/>
            <a:ext cx="406908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795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8191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ou plusieurs enregistrements contenant exactement les mêmes informations sur le même individu ou échantillon. Généralement dus à une erreur de saisie ou d'importation.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40690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083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/ Illogique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donnée cohérente avec les règles et la fiche terrain (Trap_ID existant, sexe compatible, dates cohérentes…). Illogique : donnée contradictoire (nombre négatif, tube absent, même ID pour deux espèces différentes…).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0690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406908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0083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 multiples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41071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observations issues d'un même événement de collecte. Informations communes répétées pour décrire individuellement chaque taxon. Ce ne sont PAS des doublons.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Constatés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et incohérences relevées dans les fiches de collecte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de saisie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5270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données saisies plusieurs fois, souvent lors d'importation ou de ressaisie manuelle.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1168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illogiques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395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incohérentes : nombre négatif, tube absent malgré un stockage indiqué, dates incompatibles.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 multiples bloquants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264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tube déjà enregistré réapparaît en fin de mission → oblige à retrouver et modifier l'enregistrement existant.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490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terrain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41330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d'erreurs croissant au fil de la mission avec la multiplication des lignes à gérer.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d'Amélioration Continue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554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15544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erreurs et incohérences entre fiches et données saisies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10512" y="14630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38528" y="1188720"/>
            <a:ext cx="1554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1188720"/>
            <a:ext cx="155448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528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38528" y="1691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29968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entre techniciens, data managers, chercheurs et partenaires pour trouver un consensus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14630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02736" y="1188720"/>
            <a:ext cx="1554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3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1188720"/>
            <a:ext cx="1554480" cy="822960"/>
          </a:xfrm>
          <a:prstGeom prst="rect">
            <a:avLst/>
          </a:prstGeom>
          <a:solidFill>
            <a:srgbClr val="1363DF"/>
          </a:solidFill>
          <a:ln/>
        </p:spPr>
      </p:sp>
      <p:sp>
        <p:nvSpPr>
          <p:cNvPr id="21" name="Text 19"/>
          <p:cNvSpPr/>
          <p:nvPr/>
        </p:nvSpPr>
        <p:spPr>
          <a:xfrm>
            <a:off x="3602736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02736" y="1691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94176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concertée d'une procédure standard. Aucune imposition : tout est discuté entre les techniciens terrain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38928" y="14630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66944" y="1188720"/>
            <a:ext cx="1554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1188720"/>
            <a:ext cx="155448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5266944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266944" y="1691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58384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de SpécimenManager pour sécuriser la saisie et mettre en pratique les règles SoP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03136" y="14630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31152" y="1188720"/>
            <a:ext cx="1554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31152" y="1188720"/>
            <a:ext cx="15544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31152" y="1691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2259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utilisateurs, nouvelles discussions, mises à jour de l'application en continu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03320"/>
            <a:ext cx="8595360" cy="384048"/>
          </a:xfrm>
          <a:prstGeom prst="rect">
            <a:avLst/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307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mission, les équipes Data informent les équipes terrain s'il y a encore des points bloquants pour remplir correctement les fiches.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SoP Établies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entre techniciens terrain pour la gestion des identifiants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06908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36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70432"/>
            <a:ext cx="91440" cy="1664208"/>
          </a:xfrm>
          <a:prstGeom prst="rect">
            <a:avLst/>
          </a:prstGeom>
          <a:solidFill>
            <a:srgbClr val="1363D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Anopheles / Autres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00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Anopheles et les autres moustiques sont enregistrés séparément pour réduire les risques de saut d'identifiants.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06908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70432"/>
            <a:ext cx="91440" cy="16642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saisie des 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00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en priorité les ID tubes pendant la mission. Les ID puits sont ajoutés en fin de mission, à partir des derniers numéros de tubes (les échantillons en plaques sont déjà bien ordonnés : A1…H12).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06908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99232"/>
            <a:ext cx="91440" cy="16642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Témoins (puits vides)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puits témoin (ex. H12) est une information : il doit recevoir un ID. Les identifiants sont continus : G12, H12, puis A1 de la plaque suivante.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999232"/>
            <a:ext cx="406908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99232"/>
            <a:ext cx="91440" cy="16642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sans capture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295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souhaite enregistrer CDC1 = 0 moustique, il faut lui attribuer un ID. Si l'information n'est pas souhaitée, CDC1 = 0 ne doit pas figurer dans la fiche.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97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1 ID = 1 ligne d'enregistrement partageant les mêmes caractéristiques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SpécimenManager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développée en réponse aux problèmes identifiés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Qualité des Données de Collecte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Contrôles à la saisie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temps réel des données : identifiants, cohérence, logique des champs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Gestion des spécimens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6824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Moustiques, tiques, puces — suivi de la collecte jusqu'au labo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17043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61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Import / Export Excel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6824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par lots avec détection automatique des doublons et données illogiques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9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Géolocalisation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0998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pour associer chaque collecte à une localité précise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58775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79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Multi-rôles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0998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chercheur, technicien terrain, lecteur — chaque rôle accède à ses données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2587752"/>
            <a:ext cx="26517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679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Amélioration continue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0998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évolutive nourrie par les retours des utilisateurs terrain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0"/>
            <a:ext cx="45720" cy="5143500"/>
          </a:xfrm>
          <a:prstGeom prst="rect">
            <a:avLst/>
          </a:prstGeom>
          <a:solidFill>
            <a:srgbClr val="1363D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participative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 données de qualité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828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176272"/>
            <a:ext cx="73152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partagé → prise de conscience collective des problèmes de saisie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73152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6148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Concertation → SoP co-construite, acceptée par tous les techniciens terrain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73152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467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outil vivant, amélioré en continu grâce aux retours utilisateurs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73152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319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final → données fiables, exploitables, traçables pour la recherche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Pasteur Madagascar — Entomologie &amp; Gestion des Données — Juillet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Qualité des Données de Collecte de Terrain</dc:title>
  <dc:subject>PptxGenJS Presentation</dc:subject>
  <dc:creator>Institut Pasteur Madagascar</dc:creator>
  <cp:lastModifiedBy>Institut Pasteur Madagascar</cp:lastModifiedBy>
  <cp:revision>1</cp:revision>
  <dcterms:created xsi:type="dcterms:W3CDTF">2026-07-02T19:03:45Z</dcterms:created>
  <dcterms:modified xsi:type="dcterms:W3CDTF">2026-07-02T19:03:45Z</dcterms:modified>
</cp:coreProperties>
</file>